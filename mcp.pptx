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61" r:id="rId5"/>
    <p:sldId id="4050" r:id="rId6"/>
  </p:sldIdLst>
  <p:sldSz cx="18288000" cy="10287000"/>
  <p:notesSz cx="6858000" cy="9144000"/>
  <p:embeddedFontLst>
    <p:embeddedFont>
      <p:font typeface="Inter" panose="02000503000000020004"/>
      <p:regular r:id="rId10"/>
    </p:embeddedFont>
    <p:embeddedFont>
      <p:font typeface="Inter ExtraBold"/>
      <p:regular r:id="rId11"/>
    </p:embeddedFont>
    <p:embeddedFont>
      <p:font typeface="微软雅黑" pitchFamily="34" charset="-122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747775"/>
          </p15:clr>
        </p15:guide>
        <p15:guide id="2" pos="5458" userDrawn="1">
          <p15:clr>
            <a:srgbClr val="747775"/>
          </p15:clr>
        </p15:guide>
        <p15:guide id="3" pos="1368" userDrawn="1">
          <p15:clr>
            <a:srgbClr val="747775"/>
          </p15:clr>
        </p15:guide>
        <p15:guide id="4" orient="horz" pos="4390" userDrawn="1">
          <p15:clr>
            <a:srgbClr val="747775"/>
          </p15:clr>
        </p15:guide>
        <p15:guide id="5" orient="horz" pos="1913" userDrawn="1">
          <p15:clr>
            <a:srgbClr val="747775"/>
          </p15:clr>
        </p15:guide>
        <p15:guide id="6" orient="horz" pos="322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77534" autoAdjust="0"/>
  </p:normalViewPr>
  <p:slideViewPr>
    <p:cSldViewPr snapToGrid="0" showGuides="1">
      <p:cViewPr varScale="1">
        <p:scale>
          <a:sx n="64" d="100"/>
          <a:sy n="64" d="100"/>
        </p:scale>
        <p:origin x="1752" y="192"/>
      </p:cViewPr>
      <p:guideLst>
        <p:guide orient="horz" pos="5472"/>
        <p:guide pos="5458"/>
        <p:guide pos="1368"/>
        <p:guide orient="horz" pos="4390"/>
        <p:guide orient="horz" pos="1913"/>
        <p:guide orient="horz" pos="32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f0f18065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f0f18065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15.png"/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1_1_1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22860"/>
            <a:ext cx="18288002" cy="1024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832089" y="4230050"/>
            <a:ext cx="10424100" cy="1839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None/>
              <a:defRPr sz="6800">
                <a:solidFill>
                  <a:srgbClr val="FFFFFF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6800"/>
              <a:buNone/>
              <a:defRPr sz="6800"/>
            </a:lvl2pPr>
            <a:lvl3pPr lvl="2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rt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832089" y="6721450"/>
            <a:ext cx="104241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832089" y="7616952"/>
            <a:ext cx="104241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12256200" y="3472350"/>
            <a:ext cx="1725000" cy="141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3"/>
          <a:srcRect l="22727" t="43869" r="23491" b="43871"/>
          <a:stretch>
            <a:fillRect/>
          </a:stretch>
        </p:blipFill>
        <p:spPr>
          <a:xfrm>
            <a:off x="1832100" y="1997375"/>
            <a:ext cx="4712024" cy="107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">
  <p:cSld name="CUSTOM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71472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142999" y="3228900"/>
            <a:ext cx="5128800" cy="382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transition - mono">
  <p:cSld name="Blank White_1_1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514600" y="3848650"/>
            <a:ext cx="9692700" cy="170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2514600" y="5651475"/>
            <a:ext cx="9692700" cy="10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  <a:defRPr sz="2600"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transition - color">
  <p:cSld name="Blank White_1_1_2">
    <p:bg>
      <p:bgPr>
        <a:solidFill>
          <a:schemeClr val="l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2514600" y="3848650"/>
            <a:ext cx="9692700" cy="1705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514600" y="5651475"/>
            <a:ext cx="9692700" cy="10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600"/>
              <a:buNone/>
              <a:defRPr sz="2600"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left">
  <p:cSld name="Blank White_1_1_1_1_1_1_1_2_1_1_2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8"/>
          <p:cNvSpPr txBox="1">
            <a:spLocks noGrp="1"/>
          </p:cNvSpPr>
          <p:nvPr>
            <p:ph type="subTitle" idx="1"/>
          </p:nvPr>
        </p:nvSpPr>
        <p:spPr>
          <a:xfrm>
            <a:off x="1371600" y="3036600"/>
            <a:ext cx="144738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371600" y="3663900"/>
            <a:ext cx="14473800" cy="5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" panose="02000503000000020004"/>
              <a:buChar char="●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L="914400" lvl="1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○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L="1371600" lvl="2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L="1828800" lvl="3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L="2286000" lvl="4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L="2743200" lvl="5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L="3200400" lvl="6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L="3657600" lvl="7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L="4114800" lvl="8" indent="-457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48" name="Google Shape;48;p8"/>
          <p:cNvPicPr preferRelativeResize="0"/>
          <p:nvPr/>
        </p:nvPicPr>
        <p:blipFill rotWithShape="1">
          <a:blip r:embed="rId2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left graphic">
  <p:cSld name="Blank White_1_1_1_1_1_1_1_2_1_1_2_5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1371600" y="3036600"/>
            <a:ext cx="144738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1371600" y="3663900"/>
            <a:ext cx="14473800" cy="5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Inter" panose="02000503000000020004"/>
              <a:buChar char="●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L="914400" lvl="1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○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L="1371600" lvl="2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L="1828800" lvl="3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L="2286000" lvl="4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L="2743200" lvl="5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L="3200400" lvl="6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L="3657600" lvl="7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L="4114800" lvl="8" indent="-457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Char char="ᐨ"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left title only">
  <p:cSld name="Blank White_1_1_1_1_1_1_1_2_1_1_2_6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2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center">
  <p:cSld name="Blank White_1_1_1_1_1_1_1_2_1_1_2_7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1371600" y="1014275"/>
            <a:ext cx="155337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1"/>
          <p:cNvSpPr txBox="1">
            <a:spLocks noGrp="1"/>
          </p:cNvSpPr>
          <p:nvPr>
            <p:ph type="subTitle" idx="1"/>
          </p:nvPr>
        </p:nvSpPr>
        <p:spPr>
          <a:xfrm>
            <a:off x="1371600" y="3036600"/>
            <a:ext cx="155337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61" name="Google Shape;61;p11"/>
          <p:cNvPicPr preferRelativeResize="0"/>
          <p:nvPr/>
        </p:nvPicPr>
        <p:blipFill rotWithShape="1">
          <a:blip r:embed="rId2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center title only">
  <p:cSld name="Blank White_1_1_1_1_1_1_1_2_1_1_1_1_2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2"/>
          <p:cNvPicPr preferRelativeResize="0"/>
          <p:nvPr/>
        </p:nvPicPr>
        <p:blipFill rotWithShape="1">
          <a:blip r:embed="rId2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1371600" y="1014275"/>
            <a:ext cx="155337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 generic">
  <p:cSld name="Blank White_1_1_1_1_1_1_1_2_1_1_1_1_2_2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/>
          <p:cNvPicPr preferRelativeResize="0"/>
          <p:nvPr/>
        </p:nvPicPr>
        <p:blipFill rotWithShape="1">
          <a:blip r:embed="rId2"/>
          <a:srcRect t="29" b="29"/>
          <a:stretch>
            <a:fillRect/>
          </a:stretch>
        </p:blipFill>
        <p:spPr>
          <a:xfrm>
            <a:off x="16366600" y="9381508"/>
            <a:ext cx="1411250" cy="4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left">
  <p:cSld name="Blank White_1_1_1_1_1_1_1_2_1_1_2_8"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1371600" y="3036600"/>
            <a:ext cx="144738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body" idx="2"/>
          </p:nvPr>
        </p:nvSpPr>
        <p:spPr>
          <a:xfrm>
            <a:off x="1371600" y="3663900"/>
            <a:ext cx="14473800" cy="57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 panose="02000503000000020004"/>
              <a:buChar char="●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L="914400" lvl="1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○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L="1371600" lvl="2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L="1828800" lvl="3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L="2286000" lvl="4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L="2743200" lvl="5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L="3200400" lvl="6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L="3657600" lvl="7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L="4114800" lvl="8" indent="-457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3600"/>
              <a:buFont typeface="Inter" panose="02000503000000020004"/>
              <a:buChar char="ᐨ"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71" name="Google Shape;71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enter graphic">
  <p:cSld name="Blank White_1_1_1_1_1_1_1_2_1_1_2_7_1">
    <p:bg>
      <p:bgPr>
        <a:solidFill>
          <a:schemeClr val="lt2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1371600" y="1014275"/>
            <a:ext cx="155337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1371600" y="3036600"/>
            <a:ext cx="155337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3600"/>
              <a:buFont typeface="Inter" panose="02000503000000020004"/>
              <a:buNone/>
              <a:defRPr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85" name="Google Shape;85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enter graphic title only">
  <p:cSld name="Blank White_1_1_1_1_1_1_1_2_1_1_2_7_1_1"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1371600" y="1014275"/>
            <a:ext cx="155337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9" name="Google Shape;8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- vertical">
  <p:cSld name="Blank White_1_1_1_1_1_1_1_2_1_1_1_1_2_1_1_1_1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171694" y="4290600"/>
            <a:ext cx="4425600" cy="170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- horizontal">
  <p:cSld name="Blank White_1_1_1_1_1_1_1_2_1_1_2_8_1_1">
    <p:bg>
      <p:bgPr>
        <a:solidFill>
          <a:schemeClr val="lt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0" name="Google Shape;100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pact 1">
  <p:cSld name="Blank White_1_1_1_1_1_1_1_2_1_1_2_3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1371600" y="4333200"/>
            <a:ext cx="6930000" cy="162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pact 2">
  <p:cSld name="Blank White_1_1_1_1_1_1_1_2_1_1_2_3_3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>
            <a:spLocks noGrp="1"/>
          </p:cNvSpPr>
          <p:nvPr>
            <p:ph type="title"/>
          </p:nvPr>
        </p:nvSpPr>
        <p:spPr>
          <a:xfrm>
            <a:off x="1371600" y="1521550"/>
            <a:ext cx="68580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2" name="Google Shape;112;p26"/>
          <p:cNvSpPr txBox="1">
            <a:spLocks noGrp="1"/>
          </p:cNvSpPr>
          <p:nvPr>
            <p:ph type="subTitle" idx="1"/>
          </p:nvPr>
        </p:nvSpPr>
        <p:spPr>
          <a:xfrm>
            <a:off x="1371600" y="3952675"/>
            <a:ext cx="68580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None/>
              <a:defRPr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_1">
    <p:bg>
      <p:bgPr>
        <a:solidFill>
          <a:schemeClr val="l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290900" y="3028500"/>
            <a:ext cx="15706200" cy="423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8"/>
          <p:cNvSpPr txBox="1">
            <a:spLocks noGrp="1"/>
          </p:cNvSpPr>
          <p:nvPr>
            <p:ph type="subTitle" idx="1"/>
          </p:nvPr>
        </p:nvSpPr>
        <p:spPr>
          <a:xfrm>
            <a:off x="2804100" y="8118742"/>
            <a:ext cx="123840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800"/>
              <a:buFont typeface="Inter" panose="02000503000000020004"/>
              <a:buNone/>
              <a:defRPr sz="2800">
                <a:solidFill>
                  <a:schemeClr val="lt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121" name="Google Shape;121;p2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341613" y="1947513"/>
            <a:ext cx="1604772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eft title only">
  <p:cSld name="Blank White_1_1_1_1_1_1_1_2_1_1_2_8_1_2">
    <p:bg>
      <p:bgPr>
        <a:solidFill>
          <a:schemeClr val="dk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1371600" y="1014264"/>
            <a:ext cx="144738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4" name="Google Shape;124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lastic Search Platform">
  <p:cSld name="Blank White_1_1_1_1_1_1_1_2_1_1_2_7_1_1_2">
    <p:bg>
      <p:bgPr>
        <a:solidFill>
          <a:schemeClr val="lt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1371600" y="1014275"/>
            <a:ext cx="155337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8" name="Google Shape;128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382190" y="2281869"/>
            <a:ext cx="9523620" cy="734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ed scale relevance">
  <p:cSld name="Blank White_1_1_1_1_1_1_1_2_1_1_1_1_2_1_1_1_2">
    <p:bg>
      <p:bgPr>
        <a:solidFill>
          <a:schemeClr val="l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left - color">
  <p:cSld name="CUSTOM_6_1_1">
    <p:bg>
      <p:bgPr>
        <a:solidFill>
          <a:schemeClr val="lt2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4"/>
          <p:cNvSpPr txBox="1">
            <a:spLocks noGrp="1"/>
          </p:cNvSpPr>
          <p:nvPr>
            <p:ph type="title"/>
          </p:nvPr>
        </p:nvSpPr>
        <p:spPr>
          <a:xfrm>
            <a:off x="2547526" y="3941752"/>
            <a:ext cx="9913200" cy="183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43" name="Google Shape;143;p34"/>
          <p:cNvSpPr txBox="1">
            <a:spLocks noGrp="1"/>
          </p:cNvSpPr>
          <p:nvPr>
            <p:ph type="subTitle" idx="1"/>
          </p:nvPr>
        </p:nvSpPr>
        <p:spPr>
          <a:xfrm>
            <a:off x="2547526" y="5994114"/>
            <a:ext cx="99132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earch - color 1 1">
  <p:cSld name="CUSTOM_6_1_1_3_1">
    <p:bg>
      <p:bgPr>
        <a:solidFill>
          <a:schemeClr val="lt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6"/>
          <p:cNvSpPr txBox="1">
            <a:spLocks noGrp="1"/>
          </p:cNvSpPr>
          <p:nvPr>
            <p:ph type="title"/>
          </p:nvPr>
        </p:nvSpPr>
        <p:spPr>
          <a:xfrm>
            <a:off x="2547526" y="3941752"/>
            <a:ext cx="9913200" cy="183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3" name="Google Shape;153;p36"/>
          <p:cNvSpPr txBox="1">
            <a:spLocks noGrp="1"/>
          </p:cNvSpPr>
          <p:nvPr>
            <p:ph type="subTitle" idx="1"/>
          </p:nvPr>
        </p:nvSpPr>
        <p:spPr>
          <a:xfrm>
            <a:off x="2547526" y="5994114"/>
            <a:ext cx="99132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pic>
        <p:nvPicPr>
          <p:cNvPr id="154" name="Google Shape;154;p36"/>
          <p:cNvPicPr preferRelativeResize="0"/>
          <p:nvPr/>
        </p:nvPicPr>
        <p:blipFill rotWithShape="1">
          <a:blip r:embed="rId3"/>
          <a:srcRect t="10724" r="10426" b="19859"/>
          <a:stretch>
            <a:fillRect/>
          </a:stretch>
        </p:blipFill>
        <p:spPr>
          <a:xfrm>
            <a:off x="7965575" y="3941750"/>
            <a:ext cx="8195615" cy="634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6"/>
          <p:cNvPicPr preferRelativeResize="0"/>
          <p:nvPr/>
        </p:nvPicPr>
        <p:blipFill rotWithShape="1">
          <a:blip r:embed="rId4"/>
          <a:srcRect l="11698" t="28521" r="15004" b="18176"/>
          <a:stretch>
            <a:fillRect/>
          </a:stretch>
        </p:blipFill>
        <p:spPr>
          <a:xfrm>
            <a:off x="7584000" y="0"/>
            <a:ext cx="4869473" cy="238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left - mono">
  <p:cSld name="CUSTOM_6_1_1_2">
    <p:bg>
      <p:bgPr>
        <a:solidFill>
          <a:schemeClr val="lt2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8"/>
          <p:cNvSpPr txBox="1">
            <a:spLocks noGrp="1"/>
          </p:cNvSpPr>
          <p:nvPr>
            <p:ph type="title"/>
          </p:nvPr>
        </p:nvSpPr>
        <p:spPr>
          <a:xfrm>
            <a:off x="2547526" y="3941752"/>
            <a:ext cx="9913200" cy="183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6" name="Google Shape;166;p38"/>
          <p:cNvSpPr txBox="1">
            <a:spLocks noGrp="1"/>
          </p:cNvSpPr>
          <p:nvPr>
            <p:ph type="subTitle" idx="1"/>
          </p:nvPr>
        </p:nvSpPr>
        <p:spPr>
          <a:xfrm>
            <a:off x="2547526" y="5994114"/>
            <a:ext cx="99132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center 1">
  <p:cSld name="CUSTOM_6_1_1_1_1"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9"/>
          <p:cNvSpPr txBox="1">
            <a:spLocks noGrp="1"/>
          </p:cNvSpPr>
          <p:nvPr>
            <p:ph type="subTitle" idx="1"/>
          </p:nvPr>
        </p:nvSpPr>
        <p:spPr>
          <a:xfrm>
            <a:off x="4187400" y="5980269"/>
            <a:ext cx="99132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sp>
        <p:nvSpPr>
          <p:cNvPr id="171" name="Google Shape;171;p39"/>
          <p:cNvSpPr txBox="1">
            <a:spLocks noGrp="1"/>
          </p:cNvSpPr>
          <p:nvPr>
            <p:ph type="title"/>
          </p:nvPr>
        </p:nvSpPr>
        <p:spPr>
          <a:xfrm>
            <a:off x="4187400" y="3940019"/>
            <a:ext cx="9913200" cy="183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1200"/>
              </a:spcBef>
              <a:spcAft>
                <a:spcPts val="0"/>
              </a:spcAft>
              <a:buSzPts val="5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center 2">
  <p:cSld name="CUSTOM_6_1_1_1_1_1">
    <p:bg>
      <p:bgPr>
        <a:solidFill>
          <a:schemeClr val="lt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-22860"/>
            <a:ext cx="18288002" cy="1033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6367405" y="9382250"/>
            <a:ext cx="1406096" cy="4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0"/>
          <p:cNvSpPr txBox="1">
            <a:spLocks noGrp="1"/>
          </p:cNvSpPr>
          <p:nvPr>
            <p:ph type="subTitle" idx="1"/>
          </p:nvPr>
        </p:nvSpPr>
        <p:spPr>
          <a:xfrm>
            <a:off x="4187400" y="5980269"/>
            <a:ext cx="9913200" cy="85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 panose="02000503000000020004"/>
              <a:buNone/>
              <a:defRPr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3600"/>
              <a:buNone/>
              <a:defRPr/>
            </a:lvl9pPr>
          </a:lstStyle>
          <a:p/>
        </p:txBody>
      </p:sp>
      <p:sp>
        <p:nvSpPr>
          <p:cNvPr id="176" name="Google Shape;176;p40"/>
          <p:cNvSpPr txBox="1">
            <a:spLocks noGrp="1"/>
          </p:cNvSpPr>
          <p:nvPr>
            <p:ph type="title"/>
          </p:nvPr>
        </p:nvSpPr>
        <p:spPr>
          <a:xfrm>
            <a:off x="4187400" y="3940019"/>
            <a:ext cx="9913200" cy="1839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algn="ctr" rtl="0">
              <a:spcBef>
                <a:spcPts val="1200"/>
              </a:spcBef>
              <a:spcAft>
                <a:spcPts val="0"/>
              </a:spcAft>
              <a:buSzPts val="5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lide- center-aligned, generic, dark ">
  <p:cSld name="CUSTOM_4_1">
    <p:bg>
      <p:bgPr>
        <a:solidFill>
          <a:srgbClr val="20377D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"/>
          <p:cNvSpPr/>
          <p:nvPr/>
        </p:nvSpPr>
        <p:spPr>
          <a:xfrm>
            <a:off x="0" y="8253801"/>
            <a:ext cx="1408200" cy="283800"/>
          </a:xfrm>
          <a:prstGeom prst="rect">
            <a:avLst/>
          </a:prstGeom>
          <a:solidFill>
            <a:srgbClr val="182C6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44"/>
          <p:cNvSpPr/>
          <p:nvPr/>
        </p:nvSpPr>
        <p:spPr>
          <a:xfrm>
            <a:off x="1" y="8994700"/>
            <a:ext cx="2052600" cy="283800"/>
          </a:xfrm>
          <a:prstGeom prst="rect">
            <a:avLst/>
          </a:prstGeom>
          <a:solidFill>
            <a:srgbClr val="29449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44"/>
          <p:cNvSpPr/>
          <p:nvPr/>
        </p:nvSpPr>
        <p:spPr>
          <a:xfrm>
            <a:off x="2378104" y="8994674"/>
            <a:ext cx="277800" cy="283800"/>
          </a:xfrm>
          <a:prstGeom prst="rect">
            <a:avLst/>
          </a:prstGeom>
          <a:solidFill>
            <a:srgbClr val="182C6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7" name="Google Shape;187;p44"/>
          <p:cNvPicPr preferRelativeResize="0"/>
          <p:nvPr/>
        </p:nvPicPr>
        <p:blipFill rotWithShape="1">
          <a:blip r:embed="rId2"/>
          <a:srcRect t="50174"/>
          <a:stretch>
            <a:fillRect/>
          </a:stretch>
        </p:blipFill>
        <p:spPr>
          <a:xfrm>
            <a:off x="1142999" y="0"/>
            <a:ext cx="1180501" cy="588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4"/>
          <p:cNvSpPr/>
          <p:nvPr/>
        </p:nvSpPr>
        <p:spPr>
          <a:xfrm rot="10800000">
            <a:off x="16881000" y="1036450"/>
            <a:ext cx="1407000" cy="283800"/>
          </a:xfrm>
          <a:prstGeom prst="rect">
            <a:avLst/>
          </a:prstGeom>
          <a:solidFill>
            <a:srgbClr val="29449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44"/>
          <p:cNvSpPr/>
          <p:nvPr/>
        </p:nvSpPr>
        <p:spPr>
          <a:xfrm rot="10800000">
            <a:off x="16277550" y="1036500"/>
            <a:ext cx="277800" cy="283800"/>
          </a:xfrm>
          <a:prstGeom prst="rect">
            <a:avLst/>
          </a:prstGeom>
          <a:solidFill>
            <a:srgbClr val="182C6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44"/>
          <p:cNvSpPr txBox="1">
            <a:spLocks noGrp="1"/>
          </p:cNvSpPr>
          <p:nvPr>
            <p:ph type="title"/>
          </p:nvPr>
        </p:nvSpPr>
        <p:spPr>
          <a:xfrm>
            <a:off x="1143000" y="960300"/>
            <a:ext cx="15706200" cy="16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 ExtraBold"/>
              <a:buNone/>
              <a:defRPr sz="48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Font typeface="Inter" panose="02000503000000020004"/>
              <a:buNone/>
              <a:defRPr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pic>
        <p:nvPicPr>
          <p:cNvPr id="191" name="Google Shape;191;p44" descr="Google Shape;31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366600" y="9382250"/>
            <a:ext cx="1406888" cy="48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电脑屏幕的照片上有字&#10;&#10;AI 生成的内容可能不正确。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148619" y="182909"/>
            <a:ext cx="1843668" cy="476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1104898" y="5326857"/>
            <a:ext cx="6638681" cy="8919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 spc="600" baseline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单击添加小节标题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1134483" y="6256008"/>
            <a:ext cx="16137024" cy="615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spc="450" baseline="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点击添加当前小节内容概述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7058443" y="9308238"/>
            <a:ext cx="439445" cy="26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00"/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752075" y="9451001"/>
            <a:ext cx="601980" cy="211013"/>
          </a:xfrm>
          <a:prstGeom prst="rect">
            <a:avLst/>
          </a:prstGeom>
        </p:spPr>
        <p:txBody>
          <a:bodyPr vert="horz" lIns="137153" tIns="68577" rIns="137153" bIns="68577" rtlCol="0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000" b="0" i="0" kern="1200">
                <a:solidFill>
                  <a:srgbClr val="808284"/>
                </a:solidFill>
                <a:latin typeface="Titillium" pitchFamily="2" charset="77"/>
                <a:ea typeface="Titillium" pitchFamily="2" charset="77"/>
                <a:cs typeface="Arial" panose="020B060402020209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+mn-cs"/>
              </a:defRPr>
            </a:lvl9pPr>
          </a:lstStyle>
          <a:p>
            <a:pPr algn="l"/>
            <a:fld id="{BB65D6FB-0DC5-2C4E-BEF0-9730D73350E2}" type="slidenum">
              <a:rPr lang="en-US" sz="1500" b="1" smtClean="0">
                <a:solidFill>
                  <a:schemeClr val="bg2"/>
                </a:solidFill>
                <a:latin typeface="+mj-lt"/>
                <a:cs typeface="Arial" panose="020B0604020202090204" pitchFamily="34" charset="0"/>
              </a:rPr>
            </a:fld>
            <a:endParaRPr lang="en-US" sz="1500" b="1" dirty="0">
              <a:solidFill>
                <a:schemeClr val="bg2"/>
              </a:solidFill>
              <a:latin typeface="+mj-lt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9535115"/>
            <a:ext cx="4267200" cy="547722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6248400" y="9535115"/>
            <a:ext cx="5791200" cy="54772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3106400" y="9535115"/>
            <a:ext cx="4267200" cy="547722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958793" y="547688"/>
            <a:ext cx="16445886" cy="810596"/>
          </a:xfrm>
          <a:prstGeom prst="rect">
            <a:avLst/>
          </a:prstGeom>
        </p:spPr>
        <p:txBody>
          <a:bodyPr/>
          <a:lstStyle>
            <a:lvl1pPr>
              <a:defRPr b="1" spc="600" baseline="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 - darkblue New">
  <p:cSld name="Split layout - darkblue New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3"/>
          <p:cNvSpPr/>
          <p:nvPr/>
        </p:nvSpPr>
        <p:spPr>
          <a:xfrm>
            <a:off x="8014200" y="-24325"/>
            <a:ext cx="10273800" cy="1031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" panose="02000503000000020004"/>
              <a:buNone/>
              <a:defRPr sz="60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Inter" panose="02000503000000020004"/>
              <a:buNone/>
              <a:defRPr sz="5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" panose="02000503000000020004"/>
              <a:buChar char="●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1pPr>
            <a:lvl2pPr marL="914400" lvl="1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○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2pPr>
            <a:lvl3pPr marL="1371600" lvl="2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■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3pPr>
            <a:lvl4pPr marL="1828800" lvl="3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●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4pPr>
            <a:lvl5pPr marL="2286000" lvl="4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○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5pPr>
            <a:lvl6pPr marL="2743200" lvl="5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■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6pPr>
            <a:lvl7pPr marL="3200400" lvl="6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●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7pPr>
            <a:lvl8pPr marL="3657600" lvl="7" indent="-457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 panose="02000503000000020004"/>
              <a:buChar char="○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8pPr>
            <a:lvl9pPr marL="4114800" lvl="8" indent="-457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600"/>
              <a:buFont typeface="Inter" panose="02000503000000020004"/>
              <a:buChar char="■"/>
              <a:defRPr sz="3600">
                <a:solidFill>
                  <a:schemeClr val="dk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jpe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1" Type="http://schemas.openxmlformats.org/officeDocument/2006/relationships/hyperlink" Target="https://github.com/modelcontextprotocol/serve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27.png"/><Relationship Id="rId1" Type="http://schemas.openxmlformats.org/officeDocument/2006/relationships/hyperlink" Target="https://modelcontextprotocol.io/cli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6"/>
          <p:cNvSpPr txBox="1">
            <a:spLocks noGrp="1"/>
          </p:cNvSpPr>
          <p:nvPr>
            <p:ph type="title"/>
          </p:nvPr>
        </p:nvSpPr>
        <p:spPr>
          <a:xfrm>
            <a:off x="1138469" y="3676259"/>
            <a:ext cx="16011059" cy="100335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GB" altLang="zh-CN" sz="480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ES/Kibana </a:t>
            </a:r>
            <a:r>
              <a:rPr lang="zh-CN" altLang="en-US" sz="480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</a:t>
            </a:r>
            <a:r>
              <a:rPr lang="en-GB" altLang="zh-CN" sz="480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MCP</a:t>
            </a:r>
            <a:r>
              <a:rPr lang="zh-CN" altLang="en-US" sz="480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框架下的新一代</a:t>
            </a:r>
            <a:r>
              <a:rPr lang="en-GB" altLang="zh-CN" sz="4800" dirty="0" err="1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Aiops</a:t>
            </a:r>
            <a:r>
              <a:rPr lang="zh-CN" altLang="en-US" sz="4800" dirty="0"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</a:t>
            </a:r>
            <a:endParaRPr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8469" y="7356015"/>
            <a:ext cx="7368988" cy="1688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Luke</a:t>
            </a:r>
            <a:endParaRPr lang="en-GB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chemeClr val="bg1"/>
                </a:solidFill>
              </a:rPr>
              <a:t>AI解决方案架构师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chemeClr val="bg1"/>
                </a:solidFill>
              </a:rPr>
              <a:t>Newmind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>
                <a:solidFill>
                  <a:schemeClr val="bg1"/>
                </a:solidFill>
              </a:rPr>
              <a:t>Technology/</a:t>
            </a:r>
            <a:r>
              <a:rPr lang="zh-CN" altLang="en-US" sz="2400" dirty="0">
                <a:solidFill>
                  <a:schemeClr val="bg1"/>
                </a:solidFill>
              </a:rPr>
              <a:t>新智锦绣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3" name="图片 2" descr="电脑屏幕的照片上有字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0331" y="2086779"/>
            <a:ext cx="3687337" cy="952562"/>
          </a:xfrm>
          <a:prstGeom prst="rect">
            <a:avLst/>
          </a:prstGeom>
        </p:spPr>
      </p:pic>
      <p:pic>
        <p:nvPicPr>
          <p:cNvPr id="4" name="Google Shape;696;p124"/>
          <p:cNvPicPr preferRelativeResize="0">
            <a:picLocks noChangeAspect="1"/>
          </p:cNvPicPr>
          <p:nvPr/>
        </p:nvPicPr>
        <p:blipFill>
          <a:blip r:embed="rId2"/>
          <a:srcRect l="97" r="97"/>
          <a:stretch>
            <a:fillRect/>
          </a:stretch>
        </p:blipFill>
        <p:spPr>
          <a:xfrm>
            <a:off x="13128246" y="2571676"/>
            <a:ext cx="4207670" cy="4215869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MCP </a:t>
            </a:r>
            <a:r>
              <a:rPr lang="zh-CN" altLang="en-US"/>
              <a:t>社区现状</a:t>
            </a:r>
            <a:endParaRPr lang="zh-CN" altLang="en-US"/>
          </a:p>
        </p:txBody>
      </p:sp>
      <p:pic>
        <p:nvPicPr>
          <p:cNvPr id="4" name="圖片 3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358" y="2739390"/>
            <a:ext cx="11646218" cy="6920865"/>
          </a:xfrm>
          <a:prstGeom prst="rect">
            <a:avLst/>
          </a:prstGeom>
        </p:spPr>
      </p:pic>
      <p:sp>
        <p:nvSpPr>
          <p:cNvPr id="5" name="文字框 4">
            <a:hlinkClick r:id="rId1" action="ppaction://hlinkfile"/>
          </p:cNvPr>
          <p:cNvSpPr txBox="1"/>
          <p:nvPr/>
        </p:nvSpPr>
        <p:spPr>
          <a:xfrm>
            <a:off x="2860358" y="2076450"/>
            <a:ext cx="457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>
                <a:hlinkClick r:id="rId1" action="ppaction://hlinkfile"/>
              </a:rPr>
              <a:t>官方</a:t>
            </a:r>
            <a:r>
              <a:rPr lang="en-US" altLang="zh-CN" sz="2100">
                <a:hlinkClick r:id="rId1" action="ppaction://hlinkfile"/>
              </a:rPr>
              <a:t>Github</a:t>
            </a:r>
            <a:endParaRPr lang="en-US" altLang="zh-CN" sz="2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89932" y="396239"/>
            <a:ext cx="17040225" cy="1144587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MCP </a:t>
            </a:r>
            <a:r>
              <a:rPr lang="zh-CN" altLang="en-US" dirty="0">
                <a:solidFill>
                  <a:schemeClr val="bg1"/>
                </a:solidFill>
              </a:rPr>
              <a:t>客户端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字框 4"/>
          <p:cNvSpPr txBox="1"/>
          <p:nvPr/>
        </p:nvSpPr>
        <p:spPr>
          <a:xfrm>
            <a:off x="1360449" y="1777474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2400" dirty="0">
                <a:solidFill>
                  <a:schemeClr val="bg1"/>
                </a:solidFill>
                <a:hlinkClick r:id="rId1" action="ppaction://hlinkfile"/>
              </a:rPr>
              <a:t>官方列表</a:t>
            </a:r>
            <a:endParaRPr lang="zh-CN" altLang="zh-HK" sz="24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298" y="2475787"/>
            <a:ext cx="12790170" cy="70456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2023 Elastic theme">
  <a:themeElements>
    <a:clrScheme name="Simple Light">
      <a:dk1>
        <a:srgbClr val="000000"/>
      </a:dk1>
      <a:lt1>
        <a:srgbClr val="FFFFFF"/>
      </a:lt1>
      <a:dk2>
        <a:srgbClr val="00BFB3"/>
      </a:dk2>
      <a:lt2>
        <a:srgbClr val="101C3F"/>
      </a:lt2>
      <a:accent1>
        <a:srgbClr val="7DE2D1"/>
      </a:accent1>
      <a:accent2>
        <a:srgbClr val="20377D"/>
      </a:accent2>
      <a:accent3>
        <a:srgbClr val="0077CC"/>
      </a:accent3>
      <a:accent4>
        <a:srgbClr val="FF957D"/>
      </a:accent4>
      <a:accent5>
        <a:srgbClr val="F04E98"/>
      </a:accent5>
      <a:accent6>
        <a:srgbClr val="FEC514"/>
      </a:accent6>
      <a:hlink>
        <a:srgbClr val="0077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演示</Application>
  <PresentationFormat>自定义</PresentationFormat>
  <Paragraphs>14</Paragraphs>
  <Slides>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Arial</vt:lpstr>
      <vt:lpstr>Inter</vt:lpstr>
      <vt:lpstr>Inter ExtraBold</vt:lpstr>
      <vt:lpstr>微软雅黑</vt:lpstr>
      <vt:lpstr>Titillium</vt:lpstr>
      <vt:lpstr>Thonburi</vt:lpstr>
      <vt:lpstr>黑体</vt:lpstr>
      <vt:lpstr>黑体-简</vt:lpstr>
      <vt:lpstr>宋体-简</vt:lpstr>
      <vt:lpstr>Inter Medium</vt:lpstr>
      <vt:lpstr>Calibri</vt:lpstr>
      <vt:lpstr>PMingLiU</vt:lpstr>
      <vt:lpstr>等线</vt:lpstr>
      <vt:lpstr>宋体</vt:lpstr>
      <vt:lpstr>Arial Unicode MS</vt:lpstr>
      <vt:lpstr>PMingLiU</vt:lpstr>
      <vt:lpstr>宋体-繁</vt:lpstr>
      <vt:lpstr>Helvetica Neue</vt:lpstr>
      <vt:lpstr>2023 Elastic theme</vt:lpstr>
      <vt:lpstr>ES/Kibana 双MCP框架下的新一代Aiops实践</vt:lpstr>
      <vt:lpstr>MCP 社区现状</vt:lpstr>
      <vt:lpstr>MCP 客户端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az</cp:lastModifiedBy>
  <cp:revision>18</cp:revision>
  <dcterms:created xsi:type="dcterms:W3CDTF">2025-11-25T20:00:24Z</dcterms:created>
  <dcterms:modified xsi:type="dcterms:W3CDTF">2025-11-25T20:00:24Z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A0F65CA0ADBB520DBE835B68821D86D9_42</vt:lpwstr>
  </property>
  <property fmtid="{D5CDD505-2E9C-101B-9397-08002B2CF9AE}" pid="3" name="KSOProductBuildVer">
    <vt:lpwstr>2052-6.15.0.8733</vt:lpwstr>
  </property>
</Properties>
</file>